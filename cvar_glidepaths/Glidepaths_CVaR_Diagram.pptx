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4" d="100"/>
          <a:sy n="84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222E-33E8-F0BB-A0B5-A98D6361D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CE09B-7BB4-5A4A-B22C-61088A575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6B137-027E-6AA2-FCC8-043B04413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DB5C7-6F30-4B69-9E74-117B037B789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4425A-0E3D-8BBB-86D6-603849835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2B6A8-CB20-73B8-BE1B-4B44B173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6B2D-F184-417E-AEC2-448BCD8D10B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7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304B9-F352-E4B1-899D-90EC95E91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8EA42-8EE8-1617-6DF2-CC0C756DB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31860-7C60-C6E2-4853-6D3E7E1C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DB5C7-6F30-4B69-9E74-117B037B789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CD30D-C1AC-765C-70BB-A9F8011A3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997AC-D7A6-C8B0-79DF-46A6D6CD1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6B2D-F184-417E-AEC2-448BCD8D10B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01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4A534-DD72-6FD8-D26A-9A415E36F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403E-26FE-1856-3766-069DE59C1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9FCF4-C754-8DD4-68A7-BFEEE895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DB5C7-6F30-4B69-9E74-117B037B789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37495-B195-FC30-0E88-BC86D1E8D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40A8D-6E74-4863-BFEE-E8DF43AC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6B2D-F184-417E-AEC2-448BCD8D10B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14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5041E-A557-8D0C-B32B-2E39D846E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19B3E-6CCA-A940-7FDA-D545BDB40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56473-17BF-9656-91CD-E00FA82F5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11872-B5AB-55CB-892E-2720A2B87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DB5C7-6F30-4B69-9E74-117B037B789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8AB01-F90D-F356-3DDA-20DF75BB0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1FB35-8F04-0DDD-F4F7-FF927D266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6B2D-F184-417E-AEC2-448BCD8D10B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37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31888-7A17-1FC1-13CA-DACF76CB0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710DE-164C-31CB-00BF-CA2B2C808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3A685B-498B-597B-557A-BB6C6FE59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5D130F-CAD0-31E2-7C6A-62E0B41DC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A005E6-CCAC-EA90-1BF8-6985F020BA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0420D1-B38E-6FF6-B2EC-38AF1B58E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DB5C7-6F30-4B69-9E74-117B037B789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AFFDA5-546D-9F74-3BBC-2B72A6ED7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CEA025-2777-350C-6307-1A5A05681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6B2D-F184-417E-AEC2-448BCD8D10B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132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DBAC-A09A-2FF1-9D62-F1DBE98AE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61A5EC-A869-C23F-3A48-1922CACA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DB5C7-6F30-4B69-9E74-117B037B789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32CC6B-AB0A-8B46-B9F7-AC9FEA3DC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4931C-2E1E-F58E-86C3-61BF50980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6B2D-F184-417E-AEC2-448BCD8D10B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43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D255D-7868-A5CD-1B90-757E314A3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DB5C7-6F30-4B69-9E74-117B037B789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0F12C6-0E71-4A88-DE7F-4C98AFE0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E57B1-9D6B-5B7B-63A8-410A240B8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6B2D-F184-417E-AEC2-448BCD8D10B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1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F4807-18D0-FFFC-F71E-39EA6EDAE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C8038-61D4-3C56-57A9-693438906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82723-A978-EA20-17B4-904A12C05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B7947-8274-5FBF-4F60-265ED09D1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DB5C7-6F30-4B69-9E74-117B037B789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5B7F6-BAC3-4C11-2E51-FE164C0F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38A9B2-1153-785F-F01A-AEA8A1C1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6B2D-F184-417E-AEC2-448BCD8D10B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444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20526-F0B6-9321-EFB9-A08562BDF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FDBFE8-1793-2B5C-DF0D-E68861C1DF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4493D-6147-858E-A8E5-157D6BE46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7DCA7-1F47-1580-D4CC-0085ED7D0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DB5C7-6F30-4B69-9E74-117B037B789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F39CB-A31A-C9F7-914E-60D637E18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C03A2-C021-CFEE-1EE0-24E92B2B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6B2D-F184-417E-AEC2-448BCD8D10B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63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EEC53-47E2-8408-DB19-32E946760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2A64A-2A6E-1D14-375F-F9C7934F5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D31FB-24AE-84C1-A21F-ACF58415E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DB5C7-6F30-4B69-9E74-117B037B789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0BAE6-A835-38A8-6C70-752174F5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EEC9D-A60D-9BE9-5947-39A1BE9A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6B2D-F184-417E-AEC2-448BCD8D10B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259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1C90F1-8E74-CFD5-B9A5-50D4B830C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7CCDF-A27F-21FD-EEE3-3049FC5BA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5823F-E1F9-FEEE-B310-6CAA0CD34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DB5C7-6F30-4B69-9E74-117B037B789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98E1D-CD6F-CEB6-D0F4-12C4A58DF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1C839-9C14-F6EA-D363-4DE44CBD9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6B2D-F184-417E-AEC2-448BCD8D10B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09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A78B34-048D-C64E-F6A5-9A08B3BBD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1F1A0-E5C8-C399-6C36-30B300378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98070-616C-995F-68D2-B7C63918C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DB5C7-6F30-4B69-9E74-117B037B789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FFE58-114B-9585-B975-8430795762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18498-EA16-2650-C572-82FF217FF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56B2D-F184-417E-AEC2-448BCD8D10B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104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7BFB801-82BB-75F1-4ABD-E16544124048}"/>
              </a:ext>
            </a:extLst>
          </p:cNvPr>
          <p:cNvCxnSpPr>
            <a:cxnSpLocks/>
          </p:cNvCxnSpPr>
          <p:nvPr/>
        </p:nvCxnSpPr>
        <p:spPr>
          <a:xfrm>
            <a:off x="1586205" y="5038531"/>
            <a:ext cx="93026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1EC6D2A-F0B3-4533-929F-F25C68C653CC}"/>
              </a:ext>
            </a:extLst>
          </p:cNvPr>
          <p:cNvCxnSpPr>
            <a:cxnSpLocks/>
          </p:cNvCxnSpPr>
          <p:nvPr/>
        </p:nvCxnSpPr>
        <p:spPr>
          <a:xfrm flipV="1">
            <a:off x="1586205" y="1198984"/>
            <a:ext cx="0" cy="38395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ADD0B8-68B2-3D9B-A55F-1B9B0DB7E62F}"/>
              </a:ext>
            </a:extLst>
          </p:cNvPr>
          <p:cNvCxnSpPr/>
          <p:nvPr/>
        </p:nvCxnSpPr>
        <p:spPr>
          <a:xfrm>
            <a:off x="1586205" y="2085392"/>
            <a:ext cx="208072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15D21E-5BF2-B1A3-E315-2348B04A2B29}"/>
              </a:ext>
            </a:extLst>
          </p:cNvPr>
          <p:cNvCxnSpPr>
            <a:cxnSpLocks/>
          </p:cNvCxnSpPr>
          <p:nvPr/>
        </p:nvCxnSpPr>
        <p:spPr>
          <a:xfrm>
            <a:off x="3666931" y="2085392"/>
            <a:ext cx="5057191" cy="20294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CC23E37-F9AB-7DF0-8425-B0C0393EEB70}"/>
              </a:ext>
            </a:extLst>
          </p:cNvPr>
          <p:cNvCxnSpPr>
            <a:cxnSpLocks/>
          </p:cNvCxnSpPr>
          <p:nvPr/>
        </p:nvCxnSpPr>
        <p:spPr>
          <a:xfrm flipH="1">
            <a:off x="8724122" y="4114800"/>
            <a:ext cx="12223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A4B9335-CC5D-D3AC-E4D0-374CAF8B8B0A}"/>
              </a:ext>
            </a:extLst>
          </p:cNvPr>
          <p:cNvSpPr txBox="1"/>
          <p:nvPr/>
        </p:nvSpPr>
        <p:spPr>
          <a:xfrm>
            <a:off x="1249382" y="834144"/>
            <a:ext cx="673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CVaR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69221D-F549-CF2E-875B-27F2441DC288}"/>
              </a:ext>
            </a:extLst>
          </p:cNvPr>
          <p:cNvSpPr txBox="1"/>
          <p:nvPr/>
        </p:nvSpPr>
        <p:spPr>
          <a:xfrm>
            <a:off x="10968778" y="4853865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Time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E76B52-E154-419E-2C73-5453080442FE}"/>
              </a:ext>
            </a:extLst>
          </p:cNvPr>
          <p:cNvSpPr txBox="1"/>
          <p:nvPr/>
        </p:nvSpPr>
        <p:spPr>
          <a:xfrm flipH="1">
            <a:off x="1122971" y="1844357"/>
            <a:ext cx="108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057875-20F7-C63A-62C7-DF7C52106617}"/>
              </a:ext>
            </a:extLst>
          </p:cNvPr>
          <p:cNvSpPr txBox="1"/>
          <p:nvPr/>
        </p:nvSpPr>
        <p:spPr>
          <a:xfrm>
            <a:off x="882363" y="3830217"/>
            <a:ext cx="862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B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23B65BF-3661-1EC8-256B-7C93657A1C99}"/>
              </a:ext>
            </a:extLst>
          </p:cNvPr>
          <p:cNvCxnSpPr>
            <a:cxnSpLocks/>
          </p:cNvCxnSpPr>
          <p:nvPr/>
        </p:nvCxnSpPr>
        <p:spPr>
          <a:xfrm>
            <a:off x="1586205" y="4059590"/>
            <a:ext cx="7063273" cy="5521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3A4EC3E-9B5D-431B-9D60-BE566E9F0B50}"/>
                  </a:ext>
                </a:extLst>
              </p:cNvPr>
              <p:cNvSpPr txBox="1"/>
              <p:nvPr/>
            </p:nvSpPr>
            <p:spPr>
              <a:xfrm>
                <a:off x="1100767" y="5249929"/>
                <a:ext cx="11375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𝑠𝑡𝑎𝑟𝑡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=35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3A4EC3E-9B5D-431B-9D60-BE566E9F0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767" y="5249929"/>
                <a:ext cx="1137556" cy="276999"/>
              </a:xfrm>
              <a:prstGeom prst="rect">
                <a:avLst/>
              </a:prstGeom>
              <a:blipFill>
                <a:blip r:embed="rId2"/>
                <a:stretch>
                  <a:fillRect l="-4301" r="-537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6F3C882A-D6CD-4566-9EFB-A6C8EF0300F1}"/>
                  </a:ext>
                </a:extLst>
              </p:cNvPr>
              <p:cNvSpPr txBox="1"/>
              <p:nvPr/>
            </p:nvSpPr>
            <p:spPr>
              <a:xfrm>
                <a:off x="9435748" y="5573294"/>
                <a:ext cx="10213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𝑒𝑛𝑑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6F3C882A-D6CD-4566-9EFB-A6C8EF030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5748" y="5573294"/>
                <a:ext cx="1021370" cy="276999"/>
              </a:xfrm>
              <a:prstGeom prst="rect">
                <a:avLst/>
              </a:prstGeom>
              <a:blipFill>
                <a:blip r:embed="rId3"/>
                <a:stretch>
                  <a:fillRect l="-4790" r="-5988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FCD8D72E-F755-4147-9CF9-F587114DF5BF}"/>
                  </a:ext>
                </a:extLst>
              </p:cNvPr>
              <p:cNvSpPr txBox="1"/>
              <p:nvPr/>
            </p:nvSpPr>
            <p:spPr>
              <a:xfrm>
                <a:off x="3540518" y="5517308"/>
                <a:ext cx="2528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FCD8D72E-F755-4147-9CF9-F587114DF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518" y="5517308"/>
                <a:ext cx="252826" cy="276999"/>
              </a:xfrm>
              <a:prstGeom prst="rect">
                <a:avLst/>
              </a:prstGeom>
              <a:blipFill>
                <a:blip r:embed="rId4"/>
                <a:stretch>
                  <a:fillRect l="-21951" r="-7317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5D747145-0CF0-4A95-A9B1-688D8713DD77}"/>
                  </a:ext>
                </a:extLst>
              </p:cNvPr>
              <p:cNvSpPr txBox="1"/>
              <p:nvPr/>
            </p:nvSpPr>
            <p:spPr>
              <a:xfrm>
                <a:off x="8615572" y="5517309"/>
                <a:ext cx="268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5D747145-0CF0-4A95-A9B1-688D8713D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572" y="5517309"/>
                <a:ext cx="268728" cy="276999"/>
              </a:xfrm>
              <a:prstGeom prst="rect">
                <a:avLst/>
              </a:prstGeom>
              <a:blipFill>
                <a:blip r:embed="rId5"/>
                <a:stretch>
                  <a:fillRect l="-18182" r="-6818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>
            <a:extLst>
              <a:ext uri="{FF2B5EF4-FFF2-40B4-BE49-F238E27FC236}">
                <a16:creationId xmlns:a16="http://schemas.microsoft.com/office/drawing/2014/main" id="{86CE6DC9-F135-498C-A254-5C7D00E0767C}"/>
              </a:ext>
            </a:extLst>
          </p:cNvPr>
          <p:cNvSpPr/>
          <p:nvPr/>
        </p:nvSpPr>
        <p:spPr>
          <a:xfrm>
            <a:off x="1494764" y="4921840"/>
            <a:ext cx="187200" cy="18661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179E41F4-5913-4237-A92F-7FBFB7BE2ED3}"/>
              </a:ext>
            </a:extLst>
          </p:cNvPr>
          <p:cNvSpPr/>
          <p:nvPr/>
        </p:nvSpPr>
        <p:spPr>
          <a:xfrm>
            <a:off x="9845135" y="4964403"/>
            <a:ext cx="187200" cy="18661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65559A5-B5CC-B15E-C331-1F7102481228}"/>
              </a:ext>
            </a:extLst>
          </p:cNvPr>
          <p:cNvCxnSpPr>
            <a:cxnSpLocks/>
          </p:cNvCxnSpPr>
          <p:nvPr/>
        </p:nvCxnSpPr>
        <p:spPr>
          <a:xfrm>
            <a:off x="9946433" y="3429000"/>
            <a:ext cx="0" cy="2097928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7">
            <a:extLst>
              <a:ext uri="{FF2B5EF4-FFF2-40B4-BE49-F238E27FC236}">
                <a16:creationId xmlns:a16="http://schemas.microsoft.com/office/drawing/2014/main" id="{F3D2ED6C-39E3-4B2F-96EF-CBEEE1D2382E}"/>
              </a:ext>
            </a:extLst>
          </p:cNvPr>
          <p:cNvCxnSpPr>
            <a:cxnSpLocks/>
            <a:endCxn id="27" idx="0"/>
          </p:cNvCxnSpPr>
          <p:nvPr/>
        </p:nvCxnSpPr>
        <p:spPr>
          <a:xfrm flipH="1">
            <a:off x="3666931" y="1732289"/>
            <a:ext cx="15474" cy="3785019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7">
            <a:extLst>
              <a:ext uri="{FF2B5EF4-FFF2-40B4-BE49-F238E27FC236}">
                <a16:creationId xmlns:a16="http://schemas.microsoft.com/office/drawing/2014/main" id="{188A4AF7-705D-466A-9728-C08C668D6E2F}"/>
              </a:ext>
            </a:extLst>
          </p:cNvPr>
          <p:cNvCxnSpPr>
            <a:cxnSpLocks/>
          </p:cNvCxnSpPr>
          <p:nvPr/>
        </p:nvCxnSpPr>
        <p:spPr>
          <a:xfrm>
            <a:off x="8724122" y="3429000"/>
            <a:ext cx="0" cy="2097928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3150F8CE-6A5D-4E3A-B0C3-7137CCBEE619}"/>
              </a:ext>
            </a:extLst>
          </p:cNvPr>
          <p:cNvSpPr/>
          <p:nvPr/>
        </p:nvSpPr>
        <p:spPr>
          <a:xfrm>
            <a:off x="3573331" y="4921840"/>
            <a:ext cx="187200" cy="186613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CD636E73-9C52-47A2-8BFD-C618C2CA29DC}"/>
              </a:ext>
            </a:extLst>
          </p:cNvPr>
          <p:cNvSpPr/>
          <p:nvPr/>
        </p:nvSpPr>
        <p:spPr>
          <a:xfrm>
            <a:off x="8630522" y="4921137"/>
            <a:ext cx="187200" cy="186613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85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13</Words>
  <Application>Microsoft Office PowerPoint</Application>
  <PresentationFormat>Panorámica</PresentationFormat>
  <Paragraphs>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Arturo</dc:creator>
  <cp:lastModifiedBy>Clapes_12</cp:lastModifiedBy>
  <cp:revision>13</cp:revision>
  <cp:lastPrinted>2025-10-22T15:18:27Z</cp:lastPrinted>
  <dcterms:created xsi:type="dcterms:W3CDTF">2025-10-22T13:40:27Z</dcterms:created>
  <dcterms:modified xsi:type="dcterms:W3CDTF">2025-10-28T19:09:37Z</dcterms:modified>
</cp:coreProperties>
</file>